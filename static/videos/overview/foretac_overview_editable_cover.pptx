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0-5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5-11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11-19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19-25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25-32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32-38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film interval: 38-45 seconds. Headings and metrics are editable text. Figures remain image assets; movie content remains embedded video. This deck is not a single embedded film.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5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ero_montage_no_titl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Editable title panel - 28 percent transparent"/>
          <p:cNvSpPr/>
          <p:nvPr/>
        </p:nvSpPr>
        <p:spPr>
          <a:xfrm>
            <a:off x="457200" y="457200"/>
            <a:ext cx="9875520" cy="1783080"/>
          </a:xfrm>
          <a:prstGeom prst="rect">
            <a:avLst/>
          </a:prstGeom>
          <a:solidFill>
            <a:srgbClr val="0F172A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76072"/>
            <a:ext cx="9372600" cy="6126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DejaVu Sans"/>
              </a:rPr>
              <a:t>ForeTac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928116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DejaVu Sans"/>
              </a:rPr>
              <a:t>Predictive Contact Guidance for Generative Robot Policies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73936"/>
            <a:ext cx="92354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DejaVu Sans"/>
              </a:rPr>
              <a:t>Four real-robot contact regimes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teaser_fig1.web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54" y="1371600"/>
            <a:ext cx="9354691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Predict the contact before it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Anticipate the tactile consequence of a candidate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method_fig2.web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31" y="1371600"/>
            <a:ext cx="11174135" cy="5074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Represent - predict - evaluate -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Frozen models guide the evolving generative sampling state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tasks_fig3.web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6642"/>
            <a:ext cx="11277599" cy="3124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Four real-robot contact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Board wiping - vase wiping - card swiping - fragile chip grasping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05_foresight_clean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Action-conditioned tactile foresight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Ground-truth future - predicted future - error (qualitative, H=16)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retac_guidance_fig4_r12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3423"/>
            <a:ext cx="11277599" cy="43512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66928"/>
            <a:ext cx="11201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300" b="1">
                <a:solidFill>
                  <a:srgbClr val="0F172A"/>
                </a:solidFill>
                <a:latin typeface="DejaVu Sans"/>
              </a:rPr>
              <a:t>Offline guidance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01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75569"/>
                </a:solidFill>
                <a:latin typeface="DejaVu Sans"/>
              </a:rPr>
              <a:t>Scorer-margin changes and scaled quality gradients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DejaVu Sans"/>
              </a:rPr>
              <a:t>ForeTac on four real-robot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DejaVu Sans"/>
              </a:rPr>
              <a:t>DP 36.3 / 20.0  →  DP + ForeTac 71.3 / 66.3   (SR / CSR)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8366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DejaVu Sans"/>
              </a:rPr>
              <a:t>20 trials per task; averages over four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DejaVu Sans"/>
              </a:rPr>
              <a:t>Average task success rate (SR)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EA580C"/>
                </a:solidFill>
                <a:latin typeface="DejaVu Sans"/>
              </a:rPr>
              <a:t>71.3%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3172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DejaVu Sans"/>
              </a:rPr>
              <a:t>Average contact success rate (CSR)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97480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200" b="1">
                <a:solidFill>
                  <a:srgbClr val="7C3AED"/>
                </a:solidFill>
                <a:latin typeface="DejaVu Sans"/>
              </a:rPr>
              <a:t>66.3%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05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DejaVu Sans"/>
              </a:rPr>
              <a:t>vs RDP  +12.5 / +17.5 pp (SR / CSR)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DejaVu Sans"/>
              </a:rPr>
              <a:t>pi0.5 46.3 / 36.3  →  + ForeTac 67.5 / 62.5   (SR / CSR)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66944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DejaVu Sans"/>
              </a:rPr>
              <a:t>Diffusion Policy and flow-matching backbones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064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DejaVu Sans"/>
              </a:rPr>
              <a:t>Predict contact. Guide action. Execute and replan.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ForeTac Overview (Editable)</dc:title>
  <dc:subject>Editable reconstruction of the ForeTac Overview film</dc:subject>
  <dc:creator>ForeTac</dc:creator>
  <cp:keywords/>
  <dc:description>The opening montage and foresight video are embedded; overlay panels and text are native editable PowerPoint objects.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